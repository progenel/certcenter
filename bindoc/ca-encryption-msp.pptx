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Презентация: Внутренний CA и сервис шифрования для МСП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333333"/>
                </a:solidFill>
              </a:defRPr>
            </a:pPr>
            <a:r>
              <a:t>Версия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Проблема для МСП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Утечки и подмена документов, слабый контроль доступа (VPN по паролю)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Нет прозрачности статусов сертификатов и подписи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Ограниченные ресурсы на внедрение сложных PKI/HSM решений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Наше решение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Собственный CA (root + intermediate) для подписи, шифрования и VPN-доступа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Сервис шифрования файлов: envelope или прямое (для одного получателя)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Аудит действий и публикация артефактов (цепочка, CRL) для проверки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Ценность для бизнеса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Конфиденциальность: шифрование рабочих файлов и резервных копий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Целостность/юридическая значимость: подпись документов и процессов ЭДО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Контроль доступа: сертификаты вместо паролей для VPN и админ-доступа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Простота старта: минимум зависимостей (SQLite, локальные файлы) и пошаговые инструкции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Роли и пользователи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Администратор: настройки, пользователи, интеграции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Офицер безопасности: выпуск/отзыв сертификатов, профили, контроль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Пользователь: заявки на сертификаты, подписание и шифрование файлов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Аудитор: просмотр журналов и проверка статусов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Основные сценарии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Выпуск сертификата: заявка → проверка → выдача PEM/P12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Отзыв сертификата и публикация CRL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Проверка статуса по серийному номеру (CRL)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Шифрование файла на группу получателей, расшифрование получателем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Архитектура (контейнеры)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1371600" cy="54864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7373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UI/CLI</a:t>
            </a:r>
          </a:p>
        </p:txBody>
      </p:sp>
      <p:sp>
        <p:nvSpPr>
          <p:cNvPr id="5" name="Diamond 4"/>
          <p:cNvSpPr/>
          <p:nvPr/>
        </p:nvSpPr>
        <p:spPr>
          <a:xfrm>
            <a:off x="1920240" y="1920240"/>
            <a:ext cx="731520" cy="91440"/>
          </a:xfrm>
          <a:prstGeom prst="diamond">
            <a:avLst/>
          </a:prstGeom>
          <a:solidFill>
            <a:srgbClr val="3333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1645920"/>
            <a:ext cx="1371600" cy="54864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88920" y="173736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API (FastAPI)</a:t>
            </a:r>
          </a:p>
        </p:txBody>
      </p:sp>
      <p:sp>
        <p:nvSpPr>
          <p:cNvPr id="8" name="Diamond 7"/>
          <p:cNvSpPr/>
          <p:nvPr/>
        </p:nvSpPr>
        <p:spPr>
          <a:xfrm>
            <a:off x="4206240" y="1920240"/>
            <a:ext cx="731520" cy="91440"/>
          </a:xfrm>
          <a:prstGeom prst="diamond">
            <a:avLst/>
          </a:prstGeom>
          <a:solidFill>
            <a:srgbClr val="3333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1371600"/>
            <a:ext cx="2286000" cy="109728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14630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CA Core</a:t>
            </a:r>
            <a:br/>
            <a:r>
              <a:t>issuer, CRL, политика, аудит</a:t>
            </a:r>
          </a:p>
        </p:txBody>
      </p:sp>
      <p:sp>
        <p:nvSpPr>
          <p:cNvPr id="11" name="Diamond 10"/>
          <p:cNvSpPr/>
          <p:nvPr/>
        </p:nvSpPr>
        <p:spPr>
          <a:xfrm rot="5400000">
            <a:off x="6172200" y="2468880"/>
            <a:ext cx="91440" cy="548640"/>
          </a:xfrm>
          <a:prstGeom prst="diamond">
            <a:avLst/>
          </a:prstGeom>
          <a:solidFill>
            <a:srgbClr val="3333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08960"/>
            <a:ext cx="2286000" cy="54864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3200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Crypto сервис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333333"/>
                </a:solidFill>
              </a:defRPr>
            </a:pPr>
            <a:r>
              <a:t>Хранение: SQLite (метаданные) + локальный каталог артефактов</a:t>
            </a:r>
            <a:br/>
            <a:r>
              <a:t>Интеграции: LDAP/AD, OpenVPN, уведомления, SIEM (опционально)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MVP – что готово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Онлайн CA, выдача и отзыв сертификатов, публикация CRL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JWT-логин, роли admin/officer/user, базовый UI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Шифрование/расшифрование файлов (AES-GCM + ключи получателей)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Артефакты: PEM/P12, цепочка, CRL, пакеты шифрования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Демо-сценарий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Логин демо-пользователями (admin/officer/user)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Заявка на сертификат (user) → approve (officer) → скачивание PEM/P12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Отзыв сертификата → обновленная CRL → проверка статуса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Шифрование файла на нескольких получателей → скачивание пакета → расшифровка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Технологии и запуск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Python 3.11, FastAPI, SQLAlchemy + SQLite, cryptography, PyJWT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Запуск: pip install -r code/requirements.txt &amp;&amp; cd code &amp;&amp; uvicorn app.main:app --reload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UI: http://localhost:8000/ui (демо-логины admin/officer/user)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Конфиг: .env из .env.example, артефакты и БД в code/data/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Дорожная карта (после MVP)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OCSP, PostgreSQL/S3, HSM/PKCS#11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Полноценный UI/дизайн, автоматизация OpenVPN, уведомления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LDAP/AD по умолчанию, мониторинг и алерты, расширенный аудит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Риски и допущения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В MVP нет HSM и OCSP; защита опирается на секреты JWT и права на файлы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SQLite требует пересоздания БД при смене схемы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Интеграции с внешними системами включаются поэтапно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